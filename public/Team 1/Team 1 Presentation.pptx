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60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371850" y="1097275"/>
            <a:ext cx="548665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dd407c3e7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850" y="1097275"/>
            <a:ext cx="54867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3dd407c3e7e_0_0:notes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dd407c3e7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850" y="1097275"/>
            <a:ext cx="54867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dd407c3e7e_0_4:notes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dd407c3e7e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850" y="1097275"/>
            <a:ext cx="54867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dd407c3e7e_0_8:notes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d407c3e7e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850" y="1097275"/>
            <a:ext cx="54867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d407c3e7e_0_12:notes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d407c3e7e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850" y="1097275"/>
            <a:ext cx="54867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d407c3e7e_0_16:notes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d407c3e7e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850" y="1097275"/>
            <a:ext cx="54867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d407c3e7e_0_20:notes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d407c3e7e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850" y="1097275"/>
            <a:ext cx="54867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d407c3e7e_0_92:notes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d407c3e7e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850" y="1097275"/>
            <a:ext cx="54867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d407c3e7e_0_28:notes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d407c3e7e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850" y="1097275"/>
            <a:ext cx="54867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d407c3e7e_0_96:notes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d407c3e7e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850" y="1097275"/>
            <a:ext cx="54867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d407c3e7e_0_100:notes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d407c3e7e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850" y="1097275"/>
            <a:ext cx="54867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d407c3e7e_0_104:notes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Google Shape;8;p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Google Shape;11;p3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" name="Google Shape;14;p4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5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6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7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" name="Google Shape;26;p8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9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" name="Google Shape;32;p10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" name="Google Shape;35;p11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1 master">
  <p:cSld name="Slide 11 mast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" name="Google Shape;38;p1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15" descr="beutify i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150" y="0"/>
            <a:ext cx="147447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6" descr="beutify i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150" y="0"/>
            <a:ext cx="147447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7" descr="beutify i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150" y="0"/>
            <a:ext cx="147447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8" descr="beutify i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150" y="0"/>
            <a:ext cx="14744700" cy="8229600"/>
          </a:xfrm>
          <a:prstGeom prst="rect">
            <a:avLst/>
          </a:prstGeom>
          <a:solidFill>
            <a:srgbClr val="FFFFFF"/>
          </a:solidFill>
          <a:ln w="22850" cap="flat" cmpd="sng">
            <a:solidFill>
              <a:srgbClr val="26A688"/>
            </a:solidFill>
            <a:prstDash val="solid"/>
            <a:round/>
            <a:headEnd type="none" w="sm" len="sm"/>
            <a:tailEnd type="none" w="sm" len="sm"/>
          </a:ln>
          <a:effectLst>
            <a:outerShdw dist="130810" dir="2700000" algn="bl" rotWithShape="0">
              <a:srgbClr val="26A688"/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9" descr="beautify i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150" y="0"/>
            <a:ext cx="147447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20" descr="beautify i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150" y="0"/>
            <a:ext cx="14744700" cy="8229600"/>
          </a:xfrm>
          <a:prstGeom prst="rect">
            <a:avLst/>
          </a:prstGeom>
          <a:solidFill>
            <a:srgbClr val="FFFFFF"/>
          </a:solidFill>
          <a:ln w="22850" cap="flat" cmpd="sng">
            <a:solidFill>
              <a:srgbClr val="26A688"/>
            </a:solidFill>
            <a:prstDash val="solid"/>
            <a:round/>
            <a:headEnd type="none" w="sm" len="sm"/>
            <a:tailEnd type="none" w="sm" len="sm"/>
          </a:ln>
          <a:effectLst>
            <a:outerShdw dist="140970" dir="2700000" algn="bl" rotWithShape="0">
              <a:srgbClr val="26A688"/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21" descr="beautify i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150" y="0"/>
            <a:ext cx="147447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22" descr="beautify i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150" y="0"/>
            <a:ext cx="147447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3" descr="beautify i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150" y="0"/>
            <a:ext cx="147447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4" descr="beautify i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150" y="0"/>
            <a:ext cx="147447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5" descr="beautify it however you see fir just make sure it matches the theme of slides 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150" y="0"/>
            <a:ext cx="147447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Ishaan Srivastava</cp:lastModifiedBy>
  <cp:revision>1</cp:revision>
  <dcterms:modified xsi:type="dcterms:W3CDTF">2026-04-05T07:23:36Z</dcterms:modified>
</cp:coreProperties>
</file>