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FB0B-C116-D249-BDA8-B6FC6F602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2FE18-6E69-EE67-6EC2-F2FC8C840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E8C95-1220-DF66-9DB8-37536E17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B0406-67A7-DB42-BB0B-C1C3101C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F0DA-18BA-BB0C-B4EA-D6E1FDCC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559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3812-85EA-7731-62A5-3877F262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6DE4C-DF17-B2EE-3733-6543E31C1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FD221-A012-3C9E-15F8-8C397A77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7BD6-7E87-5883-C3CC-1BAEDA9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214A2-3166-BF6C-A84F-5E21AABB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5B03-0B8A-CC1C-4BEB-75EEF591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66B0A-C8B1-5B24-BA63-FBEA61D4C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0650E-3E36-EC98-6BBD-D37290E7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E710C-58C9-AA17-9CF1-790FCB68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D18D9-2028-BDA0-27C7-0162169C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449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243D-7A57-D089-4E0B-E58D3934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9DF5-15A8-F0D9-F382-D5584AD42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9D73F-1455-034A-B4B8-EA0F8AECE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00EBF-C397-B824-3668-B5D29DB7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F80EA-9100-8DC7-AF35-6538D2B8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90FA3-2E60-E966-3133-7E82080E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70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75D7-D9F5-A83D-905A-1FFD762B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152A7-591F-09C6-0F1C-3A2F96000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1E5AE-5654-D2FD-EA88-C0F2D6A81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0D45F-3B29-7749-29CE-88EF5EB91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36EF8-835E-E4A4-40E4-89D9D6830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C3AAB-2888-C1FF-E56B-88AFADA0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27FA5-8689-BF19-48F3-BCD04464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CD277-223E-73D3-AFB3-A81B307B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8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DBAF-2B57-8773-454D-ED696BA9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EBD05-FC85-98FF-5B13-9DE12948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60D48-CBC4-CEA6-1772-3CA786B9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A3162-FD17-882B-C5D0-15F22031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20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3D6BE-51A8-9BEE-64F3-B260B7FF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13191-6846-DB0C-4625-453619EB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855A8-AAAC-D418-2E83-4736A9EC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0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14E7-38F6-FC8E-B99C-AF18AE34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027D-9CF3-CF54-C445-62BE314AA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EE250-0DA4-F859-673E-1956C5EBC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54018-6EB3-7960-2790-C2EC10E0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B81C9-3C77-262E-DA1C-73B11A1F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B7829-0582-CE49-6E37-FC18A102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55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FC96-8039-1549-B457-F19F26CF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AE9AF-1BE7-A444-2DF0-FB858F2BB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8F7BF-CC8F-613B-BE45-3F07186A5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B4621-AB78-C8E2-DC8B-8A031C34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B285E-CCAB-6ED0-5EC6-52C4ED0C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FD820-3D1C-7748-6093-9B2C7FA3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5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0218-3163-2A7B-6921-93D9151D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9F1BB-7038-5A75-B097-ED396AF16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91EB2-36A6-4A25-7C68-6B516A3F2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13D3A-81EF-12F5-B29A-2BB7FF8A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501E-6CE1-68DD-76AD-C2C2D1E2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14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392CA-96C3-DE75-1F79-E5457D4E8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37CEE-EDCB-F08E-0C53-F45F67D27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E0969-8572-713F-AD8F-5F6C741A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D7080-6794-0D95-B93C-3632346D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5EED4-DC60-0B38-323A-575E2064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35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261EC-D5B4-1CC5-7E48-F4033444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BEE74-9041-C475-09D1-8959C35B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C3EB-B215-319B-C0A1-E61450219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4127B-FD31-4EC9-A4E9-5D0BC6FEA5B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BB033-6F8A-200D-86A6-B55297827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EF393-83D7-C398-0260-03BC0AD77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BD410-02BC-4573-BB61-C467D24D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30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0E07-7AE6-67BE-4B65-5EE069EC4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F5660-0A25-78B6-B5A9-4F3F95C4C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55BA9-C08A-1867-480C-8DE78C5B1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0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D4FC-34A9-5E21-64B2-DA19ED9C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37EA80-0ED5-0625-B4A6-9BF8C1EA8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8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ACCC-DADE-078E-CFE1-9043FCE5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0117BB-9413-519C-25A5-C8D5918CE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7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4921-6F7C-7BC9-CEF6-B576D6F0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B4799-6112-CCD8-1113-74BE99839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" y="0"/>
            <a:ext cx="121857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4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3D9C-712C-E5C3-6571-62CAA44F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6624E1-268B-50D9-802E-FF60A5029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4" y="0"/>
            <a:ext cx="12219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CEE3-E2C7-7F2D-A0F9-A44AD9F3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58400-757F-949A-5DF0-A12133273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" y="0"/>
            <a:ext cx="12180564" cy="685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0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6A35-899C-7348-F8CC-4CD1F747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6FDF46-0D3D-46FD-8085-BA981486B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9" y="0"/>
            <a:ext cx="12163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56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AD24-A2D1-2CA7-B82A-E980B3FE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C7E2A-AC2E-3618-6EAD-57AC6DDC1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90" y="0"/>
            <a:ext cx="12223890" cy="691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1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8291-6C5B-F616-8ADD-E44E21F6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C20382-25BA-C5C9-7D90-7F854B75A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236" y="0"/>
            <a:ext cx="12227236" cy="68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3B3D-8B43-35AB-8894-21CEE3C9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B34DB0-E70E-363B-CB71-7556849C8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" y="0"/>
            <a:ext cx="12171045" cy="68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9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5EC9-002C-2F79-B6DB-8E72AA8C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6A603E-7DC5-6A7A-0073-93CA98DBC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" y="0"/>
            <a:ext cx="12182999" cy="69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ASWATH ROSHAN SURESH BABU (RA2511003011077)</dc:creator>
  <cp:lastModifiedBy>ASWATH ROSHAN SURESH BABU (RA2511003011077)</cp:lastModifiedBy>
  <cp:revision>1</cp:revision>
  <dcterms:created xsi:type="dcterms:W3CDTF">2026-04-16T12:44:40Z</dcterms:created>
  <dcterms:modified xsi:type="dcterms:W3CDTF">2026-04-16T12:52:04Z</dcterms:modified>
</cp:coreProperties>
</file>